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630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个人效能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372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9FAFB"/>
                </a:solidFill>
                <a:latin typeface="Arial"/>
              </a:rPr>
              <a:t>AI 时代的</a:t>
            </a:r>
          </a:p>
          <a:p>
            <a:pPr algn="l"/>
            <a:r>
              <a:rPr sz="6600" b="1" i="0">
                <a:solidFill>
                  <a:srgbClr val="F9FAFB"/>
                </a:solidFill>
                <a:latin typeface="Arial"/>
              </a:rPr>
              <a:t>个人生产力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B7280"/>
                </a:solidFill>
                <a:latin typeface="Arial"/>
              </a:rPr>
              <a:t>当每个人都能调用 AI 作为协作者，</a:t>
            </a:r>
          </a:p>
          <a:p>
            <a:pPr algn="l"/>
            <a:r>
              <a:rPr sz="2200" b="0" i="0">
                <a:solidFill>
                  <a:srgbClr val="6B7280"/>
                </a:solidFill>
                <a:latin typeface="Arial"/>
              </a:rPr>
              <a:t>真正的竞争力变成了什么？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9FAFB"/>
                </a:solidFill>
                <a:latin typeface="Arial"/>
              </a:rPr>
              <a:t>工具越来越多，</a:t>
            </a:r>
          </a:p>
          <a:p>
            <a:pPr algn="l"/>
            <a:r>
              <a:rPr sz="4600" b="1" i="0">
                <a:solidFill>
                  <a:srgbClr val="F9FAFB"/>
                </a:solidFill>
                <a:latin typeface="Arial"/>
              </a:rPr>
              <a:t>时间却没有变多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  <a:latin typeface="Arial"/>
              </a:rPr>
              <a:t>4.1h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842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9010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Arial"/>
              </a:rPr>
              <a:t>62%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8444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9612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Arial"/>
              </a:rPr>
              <a:t>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核心转变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9FAFB"/>
                </a:solidFill>
                <a:latin typeface="Arial"/>
              </a:rPr>
              <a:t>从「执行者」到</a:t>
            </a:r>
          </a:p>
          <a:p>
            <a:pPr algn="l"/>
            <a:r>
              <a:rPr sz="4400" b="1" i="0">
                <a:solidFill>
                  <a:srgbClr val="F9FAFB"/>
                </a:solidFill>
                <a:latin typeface="Arial"/>
              </a:rPr>
              <a:t>「指挥者」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21992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86584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定义问题比解决问题更重要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96640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6123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把重复性工作彻底外包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971288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3588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迭代速度成为核心竞争力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9FAFB"/>
                </a:solidFill>
                <a:latin typeface="Arial"/>
              </a:rPr>
              <a:t>三层生产力框架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A78BFA"/>
                </a:solidFill>
                <a:latin typeface="Arial"/>
              </a:rPr>
              <a:t>捕获层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842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9010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Arial"/>
              </a:rPr>
              <a:t>处理层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8444" y="2404872"/>
            <a:ext cx="3436010" cy="1828800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9612" y="2606040"/>
            <a:ext cx="303367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latin typeface="Arial"/>
              </a:rPr>
              <a:t>输出层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工具栈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9FAFB"/>
                </a:solidFill>
                <a:latin typeface="Arial"/>
              </a:rPr>
              <a:t>极简 AI 工作栈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21992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86584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捕获：语音备忘 + 一键剪藏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96640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6123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处理：每日 AI 消化会（15 min）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971288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3588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输出：口述初稿 → AI 润色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63040"/>
            <a:ext cx="106372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9FAFB"/>
                </a:solidFill>
                <a:latin typeface="Arial"/>
              </a:rPr>
              <a:t>「AI 不会取代你，</a:t>
            </a:r>
          </a:p>
          <a:p>
            <a:pPr algn="l"/>
            <a:r>
              <a:rPr sz="3800" b="1" i="0">
                <a:solidFill>
                  <a:srgbClr val="F9FAFB"/>
                </a:solidFill>
                <a:latin typeface="Arial"/>
              </a:rPr>
              <a:t>但 会用 AI 的人 会。」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57200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Arial"/>
              </a:rPr>
              <a:t>— 2024 年流传最广的职场共识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从今天开始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9FAFB"/>
                </a:solidFill>
                <a:latin typeface="Arial"/>
              </a:rPr>
              <a:t>三件可以今天就做的事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21992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86584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把你最耗时的重复任务列出来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96640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6123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设定一个每日「AI 消化」时段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971288"/>
            <a:ext cx="10637215" cy="1246632"/>
          </a:xfrm>
          <a:prstGeom prst="rect">
            <a:avLst/>
          </a:prstGeom>
          <a:solidFill>
            <a:srgbClr val="181824"/>
          </a:solidFill>
          <a:ln w="6350"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35880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F4F6"/>
                </a:solidFill>
                <a:latin typeface="Arial"/>
              </a:rPr>
              <a:t>下次写文档时先口述一遍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45920"/>
            <a:ext cx="106372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 i="0">
                <a:solidFill>
                  <a:srgbClr val="F9FAFB"/>
                </a:solidFill>
                <a:latin typeface="Arial"/>
              </a:rPr>
              <a:t>开始行动。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8404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74151"/>
                </a:solidFill>
                <a:latin typeface="Arial"/>
              </a:rPr>
              <a:t>效率不是目的，是让你有时间做真正重要的事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