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 Neue"/>
              </a:rPr>
              <a:t>技术验证 · 2026-05-26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9FAFB"/>
                </a:solidFill>
                <a:latin typeface="Helvetica Neue"/>
              </a:rPr>
              <a:t>Hello
Open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Helvetica Neue"/>
              </a:rPr>
              <a:t>ppt-keynote skill 可用性验证 — 3 页测试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74151"/>
                </a:solidFill>
                <a:latin typeface="Helvetica Neue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 Neue"/>
              </a:rPr>
              <a:t>验证内容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9FAFB"/>
                </a:solidFill>
                <a:latin typeface="Helvetica Neue"/>
              </a:rPr>
              <a:t>Skill 链路已通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Helvetica Neue"/>
              </a:rPr>
              <a:t>SKILL.md 被 Claude Code 正确读取
 指令注入 → HTML 生成 → 键盘导航 → 单文件输出
 全流程无需外部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74151"/>
                </a:solidFill>
                <a:latin typeface="Helvetica Neue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9FAFB"/>
                </a:solidFill>
                <a:latin typeface="Helvetica Neue"/>
              </a:rPr>
              <a:t>✓ 通过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Helvetica Neue"/>
              </a:rPr>
              <a:t>/ppt-keynote 开箱即用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74151"/>
                </a:solidFill>
                <a:latin typeface="Helvetica Neue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